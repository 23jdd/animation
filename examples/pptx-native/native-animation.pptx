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Office" Type="http://schemas.openxmlformats.org/officeDocument/2006/relationships/officeDocument" Target="ppt/presentation.xml"></Relationship><Relationship Id="rIdCore" Type="http://schemas.openxmlformats.org/package/2006/relationships/metadata/core-properties" Target="docProps/core.xml"></Relationship><Relationship Id="rIdApp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notesMasterIdLst>
    <p:notesMasterId r:id="rIdNotesMaster"/>
  </p:notesMasterIdLst>
  <p:sldIdLst>
    <p:sldId id="256" r:id="rIdSlide1"/>
  </p:sldIdLst>
  <p:sldSz cx="12192000" cy="68580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?>
<Relationships xmlns="http://schemas.openxmlformats.org/package/2006/relationships"><Relationship Id="rIdMaster" Type="http://schemas.openxmlformats.org/officeDocument/2006/relationships/slideMaster" Target="slideMasters/slideMaster1.xml"></Relationship><Relationship Id="rIdNotesMaster" Type="http://schemas.openxmlformats.org/officeDocument/2006/relationships/notesMaster" Target="notesMasters/notesMaster1.xml"></Relationship><Relationship Id="rIdPresProps" Type="http://schemas.openxmlformats.org/officeDocument/2006/relationships/presProps" Target="presProps.xml"></Relationship><Relationship Id="rIdSlide1" Type="http://schemas.openxmlformats.org/officeDocument/2006/relationships/slide" Target="slides/slide1.xml"></Relationship></Relationships>
</file>

<file path=ppt/notesMasters/_rels/notesMaster1.xml.rels><?xml version="1.0" encoding="UTF-8"?>
<Relationships xmlns="http://schemas.openxmlformats.org/package/2006/relationships"><Relationship Id="rIdTheme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?>
<Relationships xmlns="http://schemas.openxmlformats.org/package/2006/relationships"><Relationship Id="rIdSlide" Type="http://schemas.openxmlformats.org/officeDocument/2006/relationships/slide" Target="../slides/slide1.xml"></Relationship><Relationship Id="rIdNotesMaster" Type="http://schemas.openxmlformats.org/officeDocument/2006/relationships/notesMaster" Target="../notesMasters/notesMaster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>
            <a:off x="914400" y="914400"/>
            <a:ext cx="5029200" cy="7315200"/>
          </a:xfrm>
        </p:spPr>
        <p:txBody>
          <a:bodyPr/>
          <a:lstStyle/>
          <a:p>
            <a:r>
              <a:rPr lang="en-US" sz="1200"/>
              <a:t>Native editable animation. Duration: 7.7 seconds. Geometry keyframes sampled from the JS timeline; fade effects use PowerPoint interpolation. Fonts are referenced, not embedded.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Master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Theme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nim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  <p:txStyles>
    <p:titleStyle/>
    <p:bodyStyle/>
    <p:otherStyle/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Notes" Type="http://schemas.openxmlformats.org/officeDocument/2006/relationships/notesSlide" Target="../notesSlides/notesSlide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tive animation">
    <p:bg>
      <p:bgPr>
        <a:solidFill>
          <a:srgbClr val="1212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7F5F1">
              <a:alpha val="100000"/>
            </a:srgbClr>
          </a:solidFill>
          <a:ln w="0">
            <a:noFill/>
          </a:ln>
        </p:spPr>
      </p:sp>
      <p:sp>
        <p:nvSpPr>
          <p:cNvPr id="3" name="Object 2"/>
          <p:cNvSpPr/>
          <p:nvPr/>
        </p:nvSpPr>
        <p:spPr>
          <a:xfrm rot="0">
            <a:off x="3265646" y="985838"/>
            <a:ext cx="5660708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3150">
                <a:solidFill>
                  <a:srgbClr val="353B47">
                    <a:alpha val="100000"/>
                  </a:srgbClr>
                </a:solidFill>
                <a:latin typeface="Source Han Sans SC"/>
                <a:ea typeface="Source Han Sans SC"/>
              </a:rPr>
              <a:t>让图形，在演示文稿里动起来。</a:t>
            </a:r>
            <a:endParaRPr sz="3150"/>
          </a:p>
        </p:txBody>
      </p:sp>
      <p:sp>
        <p:nvSpPr>
          <p:cNvPr id="4" name="Object 3"/>
          <p:cNvSpPr/>
          <p:nvPr/>
        </p:nvSpPr>
        <p:spPr>
          <a:xfrm rot="0">
            <a:off x="4153138" y="1788319"/>
            <a:ext cx="3885724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725">
                <a:solidFill>
                  <a:srgbClr val="74808B">
                    <a:alpha val="100000"/>
                  </a:srgbClr>
                </a:solidFill>
                <a:latin typeface="Source Han Sans SC"/>
                <a:ea typeface="Source Han Sans SC"/>
              </a:rPr>
              <a:t>淡入  ·  移动  ·  缩放  ·  旋转  ·  淡出</a:t>
            </a:r>
            <a:endParaRPr sz="1725"/>
          </a:p>
        </p:txBody>
      </p:sp>
      <p:sp>
        <p:nvSpPr>
          <p:cNvPr id="5" name="Object 4"/>
          <p:cNvSpPr/>
          <p:nvPr/>
        </p:nvSpPr>
        <p:spPr>
          <a:xfrm rot="0">
            <a:off x="2095500" y="4381500"/>
            <a:ext cx="8001000" cy="9525"/>
          </a:xfrm>
          <a:custGeom>
            <a:avLst/>
            <a:gdLst/>
            <a:ahLst/>
            <a:cxnLst/>
            <a:rect l="0" t="0" r="r" b="b"/>
            <a:pathLst>
              <a:path w="1000000" h="1000000">
                <a:moveTo>
                  <a:pt x="0" y="0"/>
                </a:moveTo>
                <a:lnTo>
                  <a:pt x="1000000" y="0"/>
                </a:lnTo>
              </a:path>
            </a:pathLst>
          </a:custGeom>
          <a:noFill/>
          <a:ln w="9525">
            <a:solidFill>
              <a:srgbClr val="C8CED3">
                <a:alpha val="100000"/>
              </a:srgbClr>
            </a:solidFill>
          </a:ln>
        </p:spPr>
      </p:sp>
      <p:sp>
        <p:nvSpPr>
          <p:cNvPr id="6" name="Object 5"/>
          <p:cNvSpPr/>
          <p:nvPr/>
        </p:nvSpPr>
        <p:spPr>
          <a:xfrm rot="0">
            <a:off x="2524125" y="3000375"/>
            <a:ext cx="857250" cy="857250"/>
          </a:xfrm>
          <a:prstGeom prst="ellipse">
            <a:avLst/>
          </a:prstGeom>
          <a:solidFill>
            <a:srgbClr val="C86E8B">
              <a:alpha val="100000"/>
            </a:srgbClr>
          </a:solidFill>
          <a:ln w="0">
            <a:noFill/>
          </a:ln>
        </p:spPr>
      </p:sp>
      <p:sp>
        <p:nvSpPr>
          <p:cNvPr id="7" name="Object 6"/>
          <p:cNvSpPr/>
          <p:nvPr/>
        </p:nvSpPr>
        <p:spPr>
          <a:xfrm rot="0">
            <a:off x="8677275" y="2867025"/>
            <a:ext cx="1123950" cy="1123950"/>
          </a:xfrm>
          <a:prstGeom prst="roundRect">
            <a:avLst>
              <a:gd name="adj" fmla="val 15254"/>
            </a:avLst>
          </a:prstGeom>
          <a:solidFill>
            <a:srgbClr val="91A28E">
              <a:alpha val="100000"/>
            </a:srgbClr>
          </a:solidFill>
          <a:ln w="0">
            <a:noFill/>
          </a:ln>
        </p:spPr>
      </p:sp>
      <p:sp>
        <p:nvSpPr>
          <p:cNvPr id="8" name="Object 7"/>
          <p:cNvSpPr/>
          <p:nvPr/>
        </p:nvSpPr>
        <p:spPr>
          <a:xfrm rot="0">
            <a:off x="3508921" y="5155406"/>
            <a:ext cx="5174159" cy="3571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875">
                <a:solidFill>
                  <a:srgbClr val="596671">
                    <a:alpha val="100000"/>
                  </a:srgbClr>
                </a:solidFill>
                <a:latin typeface="Source Han Sans SC"/>
                <a:ea typeface="Source Han Sans SC"/>
              </a:rPr>
              <a:t>同一段 JS 时间轴，导出可编辑对象与原生动画。</a:t>
            </a:r>
            <a:endParaRPr sz="1875"/>
          </a:p>
        </p:txBody>
      </p:sp>
    </p:spTree>
  </p:cSld>
  <p:clrMapOvr>
    <a:masterClrMapping/>
  </p:clrMapOvr>
  <p:transition advClick="0" advTm="7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7700" fill="hold">
                      <p:stCondLst>
                        <p:cond delay="0"/>
                      </p:stCondLst>
                      <p:childTnLst>
                        <p:par>
                          <p:cTn id="4" dur="7700" fill="hold">
                            <p:stCondLst>
                              <p:cond delay="0"/>
                            </p:stCondLst>
                            <p:childTnLst>
                              <p:par>
                                <p:cTn id="39" dur="77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7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2421875"/>
                                          </p:val>
                                        </p:tav>
                                        <p:tav tm="16883">
                                          <p:val>
                                            <p:fltVal val="0.2421875"/>
                                          </p:val>
                                        </p:tav>
                                        <p:tav tm="17104">
                                          <p:val>
                                            <p:fltVal val="0.242243064"/>
                                          </p:val>
                                        </p:tav>
                                        <p:tav tm="17312">
                                          <p:val>
                                            <p:fltVal val="0.242395752"/>
                                          </p:val>
                                        </p:tav>
                                        <p:tav tm="17532">
                                          <p:val>
                                            <p:fltVal val="0.242662842"/>
                                          </p:val>
                                        </p:tav>
                                        <p:tav tm="17753">
                                          <p:val>
                                            <p:fltVal val="0.243036105"/>
                                          </p:val>
                                        </p:tav>
                                        <p:tav tm="17961">
                                          <p:val>
                                            <p:fltVal val="0.243482699"/>
                                          </p:val>
                                        </p:tav>
                                        <p:tav tm="18182">
                                          <p:val>
                                            <p:fltVal val="0.244056641"/>
                                          </p:val>
                                        </p:tav>
                                        <p:tav tm="18403">
                                          <p:val>
                                            <p:fltVal val="0.244731168"/>
                                          </p:val>
                                        </p:tav>
                                        <p:tav tm="18610">
                                          <p:val>
                                            <p:fltVal val="0.245456199"/>
                                          </p:val>
                                        </p:tav>
                                        <p:tav tm="18831">
                                          <p:val>
                                            <p:fltVal val="0.246320557"/>
                                          </p:val>
                                        </p:tav>
                                        <p:tav tm="19052">
                                          <p:val>
                                            <p:fltVal val="0.247279912"/>
                                          </p:val>
                                        </p:tav>
                                        <p:tav tm="19260">
                                          <p:val>
                                            <p:fltVal val="0.248267912"/>
                                          </p:val>
                                        </p:tav>
                                        <p:tav tm="19481">
                                          <p:val>
                                            <p:fltVal val="0.24940625"/>
                                          </p:val>
                                        </p:tav>
                                        <p:tav tm="19701">
                                          <p:val>
                                            <p:fltVal val="0.250633997"/>
                                          </p:val>
                                        </p:tav>
                                        <p:tav tm="19909">
                                          <p:val>
                                            <p:fltVal val="0.251869498"/>
                                          </p:val>
                                        </p:tav>
                                        <p:tav tm="20130">
                                          <p:val>
                                            <p:fltVal val="0.253265381"/>
                                          </p:val>
                                        </p:tav>
                                        <p:tav tm="20351">
                                          <p:val>
                                            <p:fltVal val="0.254745085"/>
                                          </p:val>
                                        </p:tav>
                                        <p:tav tm="20558">
                                          <p:val>
                                            <p:fltVal val="0.256212617"/>
                                          </p:val>
                                        </p:tav>
                                        <p:tav tm="20779">
                                          <p:val>
                                            <p:fltVal val="0.257849609"/>
                                          </p:val>
                                        </p:tav>
                                        <p:tav tm="21000">
                                          <p:val>
                                            <p:fltVal val="0.259564835"/>
                                          </p:val>
                                        </p:tav>
                                        <p:tav tm="21208">
                                          <p:val>
                                            <p:fltVal val="0.261248929"/>
                                          </p:val>
                                        </p:tav>
                                        <p:tav tm="21429">
                                          <p:val>
                                            <p:fltVal val="0.263110596"/>
                                          </p:val>
                                        </p:tav>
                                        <p:tav tm="21649">
                                          <p:val>
                                            <p:fltVal val="0.265044907"/>
                                          </p:val>
                                        </p:tav>
                                        <p:tav tm="21857">
                                          <p:val>
                                            <p:fltVal val="0.266930095"/>
                                          </p:val>
                                        </p:tav>
                                        <p:tav tm="22078">
                                          <p:val>
                                            <p:fltVal val="0.269"/>
                                          </p:val>
                                        </p:tav>
                                        <p:tav tm="22299">
                                          <p:val>
                                            <p:fltVal val="0.271136962"/>
                                          </p:val>
                                        </p:tav>
                                        <p:tav tm="22506">
                                          <p:val>
                                            <p:fltVal val="0.273207775"/>
                                          </p:val>
                                        </p:tav>
                                        <p:tav tm="22727">
                                          <p:val>
                                            <p:fltVal val="0.275469482"/>
                                          </p:val>
                                        </p:tav>
                                        <p:tav tm="22948">
                                          <p:val>
                                            <p:fltVal val="0.277792659"/>
                                          </p:val>
                                        </p:tav>
                                        <p:tav tm="23156">
                                          <p:val>
                                            <p:fltVal val="0.280033628"/>
                                          </p:val>
                                        </p:tav>
                                        <p:tav tm="23377">
                                          <p:val>
                                            <p:fltVal val="0.282470703"/>
                                          </p:val>
                                        </p:tav>
                                        <p:tav tm="23597">
                                          <p:val>
                                            <p:fltVal val="0.284963659"/>
                                          </p:val>
                                        </p:tav>
                                        <p:tav tm="23805">
                                          <p:val>
                                            <p:fltVal val="0.287359316"/>
                                          </p:val>
                                        </p:tav>
                                        <p:tav tm="24026">
                                          <p:val>
                                            <p:fltVal val="0.289955322"/>
                                          </p:val>
                                        </p:tav>
                                        <p:tav tm="24247">
                                          <p:val>
                                            <p:fltVal val="0.292601622"/>
                                          </p:val>
                                        </p:tav>
                                        <p:tav tm="24455">
                                          <p:val>
                                            <p:fltVal val="0.295136497"/>
                                          </p:val>
                                        </p:tav>
                                        <p:tav tm="24675">
                                          <p:val>
                                            <p:fltVal val="0.297875"/>
                                          </p:val>
                                        </p:tav>
                                        <p:tav tm="24896">
                                          <p:val>
                                            <p:fltVal val="0.300658208"/>
                                          </p:val>
                                        </p:tav>
                                        <p:tav tm="25104">
                                          <p:val>
                                            <p:fltVal val="0.303316833"/>
                                          </p:val>
                                        </p:tav>
                                        <p:tav tm="25325">
                                          <p:val>
                                            <p:fltVal val="0.306181396"/>
                                          </p:val>
                                        </p:tav>
                                        <p:tav tm="25545">
                                          <p:val>
                                            <p:fltVal val="0.309085077"/>
                                          </p:val>
                                        </p:tav>
                                        <p:tav tm="25753">
                                          <p:val>
                                            <p:fltVal val="0.311851983"/>
                                          </p:val>
                                        </p:tav>
                                        <p:tav tm="25974">
                                          <p:val>
                                            <p:fltVal val="0.314826172"/>
                                          </p:val>
                                        </p:tav>
                                        <p:tav tm="26195">
                                          <p:val>
                                            <p:fltVal val="0.317833889"/>
                                          </p:val>
                                        </p:tav>
                                        <p:tav tm="26403">
                                          <p:val>
                                            <p:fltVal val="0.320693608"/>
                                          </p:val>
                                        </p:tav>
                                        <p:tav tm="26623">
                                          <p:val>
                                            <p:fltVal val="0.323760986"/>
                                          </p:val>
                                        </p:tav>
                                        <p:tav tm="26844">
                                          <p:val>
                                            <p:fltVal val="0.326856305"/>
                                          </p:val>
                                        </p:tav>
                                        <p:tav tm="27052">
                                          <p:val>
                                            <p:fltVal val="0.329793368"/>
                                          </p:val>
                                        </p:tav>
                                        <p:tav tm="27273">
                                          <p:val>
                                            <p:fltVal val="0.3329375"/>
                                          </p:val>
                                        </p:tav>
                                        <p:tav tm="27494">
                                          <p:val>
                                            <p:fltVal val="0.336103985"/>
                                          </p:val>
                                        </p:tav>
                                        <p:tav tm="27701">
                                          <p:val>
                                            <p:fltVal val="0.339102922"/>
                                          </p:val>
                                        </p:tav>
                                        <p:tav tm="27922">
                                          <p:val>
                                            <p:fltVal val="0.342307373"/>
                                          </p:val>
                                        </p:tav>
                                        <p:tav tm="28143">
                                          <p:val>
                                            <p:fltVal val="0.345528588"/>
                                          </p:val>
                                        </p:tav>
                                        <p:tav tm="28351">
                                          <p:val>
                                            <p:fltVal val="0.348573932"/>
                                          </p:val>
                                        </p:tav>
                                        <p:tav tm="28571">
                                          <p:val>
                                            <p:fltVal val="0.351822266"/>
                                          </p:val>
                                        </p:tav>
                                        <p:tav tm="28792">
                                          <p:val>
                                            <p:fltVal val="0.355081775"/>
                                          </p:val>
                                        </p:tav>
                                        <p:tav tm="29000">
                                          <p:val>
                                            <p:fltVal val="0.358158057"/>
                                          </p:val>
                                        </p:tav>
                                        <p:tav tm="29221">
                                          <p:val>
                                            <p:fltVal val="0.361433838"/>
                                          </p:val>
                                        </p:tav>
                                        <p:tav tm="29442">
                                          <p:val>
                                            <p:fltVal val="0.364715207"/>
                                          </p:val>
                                        </p:tav>
                                        <p:tav tm="29649">
                                          <p:val>
                                            <p:fltVal val="0.367806957"/>
                                          </p:val>
                                        </p:tav>
                                        <p:tav tm="30091">
                                          <p:val>
                                            <p:fltVal val="0.374380543"/>
                                          </p:val>
                                        </p:tav>
                                        <p:tav tm="30299">
                                          <p:val>
                                            <p:fltVal val="0.377472293"/>
                                          </p:val>
                                        </p:tav>
                                        <p:tav tm="30519">
                                          <p:val>
                                            <p:fltVal val="0.380753662"/>
                                          </p:val>
                                        </p:tav>
                                        <p:tav tm="30740">
                                          <p:val>
                                            <p:fltVal val="0.384029443"/>
                                          </p:val>
                                        </p:tav>
                                        <p:tav tm="30948">
                                          <p:val>
                                            <p:fltVal val="0.387105725"/>
                                          </p:val>
                                        </p:tav>
                                        <p:tav tm="31169">
                                          <p:val>
                                            <p:fltVal val="0.390365234"/>
                                          </p:val>
                                        </p:tav>
                                        <p:tav tm="31390">
                                          <p:val>
                                            <p:fltVal val="0.393613568"/>
                                          </p:val>
                                        </p:tav>
                                        <p:tav tm="31597">
                                          <p:val>
                                            <p:fltVal val="0.396658912"/>
                                          </p:val>
                                        </p:tav>
                                        <p:tav tm="31818">
                                          <p:val>
                                            <p:fltVal val="0.399880127"/>
                                          </p:val>
                                        </p:tav>
                                        <p:tav tm="32039">
                                          <p:val>
                                            <p:fltVal val="0.403084578"/>
                                          </p:val>
                                        </p:tav>
                                        <p:tav tm="32247">
                                          <p:val>
                                            <p:fltVal val="0.406083515"/>
                                          </p:val>
                                        </p:tav>
                                        <p:tav tm="32468">
                                          <p:val>
                                            <p:fltVal val="0.40925"/>
                                          </p:val>
                                        </p:tav>
                                        <p:tav tm="32688">
                                          <p:val>
                                            <p:fltVal val="0.412394132"/>
                                          </p:val>
                                        </p:tav>
                                        <p:tav tm="32896">
                                          <p:val>
                                            <p:fltVal val="0.415331195"/>
                                          </p:val>
                                        </p:tav>
                                        <p:tav tm="33117">
                                          <p:val>
                                            <p:fltVal val="0.418426514"/>
                                          </p:val>
                                        </p:tav>
                                        <p:tav tm="33338">
                                          <p:val>
                                            <p:fltVal val="0.421493892"/>
                                          </p:val>
                                        </p:tav>
                                        <p:tav tm="33545">
                                          <p:val>
                                            <p:fltVal val="0.424353611"/>
                                          </p:val>
                                        </p:tav>
                                        <p:tav tm="33766">
                                          <p:val>
                                            <p:fltVal val="0.427361328"/>
                                          </p:val>
                                        </p:tav>
                                        <p:tav tm="33987">
                                          <p:val>
                                            <p:fltVal val="0.430335517"/>
                                          </p:val>
                                        </p:tav>
                                        <p:tav tm="34195">
                                          <p:val>
                                            <p:fltVal val="0.433102423"/>
                                          </p:val>
                                        </p:tav>
                                        <p:tav tm="34416">
                                          <p:val>
                                            <p:fltVal val="0.436006104"/>
                                          </p:val>
                                        </p:tav>
                                        <p:tav tm="34636">
                                          <p:val>
                                            <p:fltVal val="0.438870667"/>
                                          </p:val>
                                        </p:tav>
                                        <p:tav tm="34844">
                                          <p:val>
                                            <p:fltVal val="0.441529292"/>
                                          </p:val>
                                        </p:tav>
                                        <p:tav tm="35065">
                                          <p:val>
                                            <p:fltVal val="0.4443125"/>
                                          </p:val>
                                        </p:tav>
                                        <p:tav tm="35286">
                                          <p:val>
                                            <p:fltVal val="0.447051003"/>
                                          </p:val>
                                        </p:tav>
                                        <p:tav tm="35494">
                                          <p:val>
                                            <p:fltVal val="0.449585878"/>
                                          </p:val>
                                        </p:tav>
                                        <p:tav tm="35714">
                                          <p:val>
                                            <p:fltVal val="0.452232178"/>
                                          </p:val>
                                        </p:tav>
                                        <p:tav tm="35935">
                                          <p:val>
                                            <p:fltVal val="0.454828184"/>
                                          </p:val>
                                        </p:tav>
                                        <p:tav tm="36143">
                                          <p:val>
                                            <p:fltVal val="0.457223841"/>
                                          </p:val>
                                        </p:tav>
                                        <p:tav tm="36364">
                                          <p:val>
                                            <p:fltVal val="0.459716797"/>
                                          </p:val>
                                        </p:tav>
                                        <p:tav tm="36584">
                                          <p:val>
                                            <p:fltVal val="0.462153872"/>
                                          </p:val>
                                        </p:tav>
                                        <p:tav tm="36792">
                                          <p:val>
                                            <p:fltVal val="0.464394841"/>
                                          </p:val>
                                        </p:tav>
                                        <p:tav tm="37013">
                                          <p:val>
                                            <p:fltVal val="0.466718018"/>
                                          </p:val>
                                        </p:tav>
                                        <p:tav tm="37234">
                                          <p:val>
                                            <p:fltVal val="0.468979725"/>
                                          </p:val>
                                        </p:tav>
                                        <p:tav tm="37442">
                                          <p:val>
                                            <p:fltVal val="0.471050538"/>
                                          </p:val>
                                        </p:tav>
                                        <p:tav tm="37662">
                                          <p:val>
                                            <p:fltVal val="0.4731875"/>
                                          </p:val>
                                        </p:tav>
                                        <p:tav tm="37883">
                                          <p:val>
                                            <p:fltVal val="0.475257405"/>
                                          </p:val>
                                        </p:tav>
                                        <p:tav tm="38091">
                                          <p:val>
                                            <p:fltVal val="0.477142593"/>
                                          </p:val>
                                        </p:tav>
                                        <p:tav tm="38312">
                                          <p:val>
                                            <p:fltVal val="0.479076904"/>
                                          </p:val>
                                        </p:tav>
                                        <p:tav tm="38532">
                                          <p:val>
                                            <p:fltVal val="0.480938571"/>
                                          </p:val>
                                        </p:tav>
                                        <p:tav tm="38740">
                                          <p:val>
                                            <p:fltVal val="0.482622665"/>
                                          </p:val>
                                        </p:tav>
                                        <p:tav tm="38961">
                                          <p:val>
                                            <p:fltVal val="0.484337891"/>
                                          </p:val>
                                        </p:tav>
                                        <p:tav tm="39182">
                                          <p:val>
                                            <p:fltVal val="0.485974883"/>
                                          </p:val>
                                        </p:tav>
                                        <p:tav tm="39390">
                                          <p:val>
                                            <p:fltVal val="0.487442415"/>
                                          </p:val>
                                        </p:tav>
                                        <p:tav tm="39610">
                                          <p:val>
                                            <p:fltVal val="0.488922119"/>
                                          </p:val>
                                        </p:tav>
                                        <p:tav tm="39831">
                                          <p:val>
                                            <p:fltVal val="0.490318002"/>
                                          </p:val>
                                        </p:tav>
                                        <p:tav tm="40039">
                                          <p:val>
                                            <p:fltVal val="0.491553503"/>
                                          </p:val>
                                        </p:tav>
                                        <p:tav tm="40260">
                                          <p:val>
                                            <p:fltVal val="0.49278125"/>
                                          </p:val>
                                        </p:tav>
                                        <p:tav tm="40481">
                                          <p:val>
                                            <p:fltVal val="0.493919588"/>
                                          </p:val>
                                        </p:tav>
                                        <p:tav tm="40688">
                                          <p:val>
                                            <p:fltVal val="0.494907588"/>
                                          </p:val>
                                        </p:tav>
                                        <p:tav tm="40909">
                                          <p:val>
                                            <p:fltVal val="0.495866943"/>
                                          </p:val>
                                        </p:tav>
                                        <p:tav tm="41130">
                                          <p:val>
                                            <p:fltVal val="0.496731301"/>
                                          </p:val>
                                        </p:tav>
                                        <p:tav tm="41338">
                                          <p:val>
                                            <p:fltVal val="0.497456332"/>
                                          </p:val>
                                        </p:tav>
                                        <p:tav tm="41558">
                                          <p:val>
                                            <p:fltVal val="0.498130859"/>
                                          </p:val>
                                        </p:tav>
                                        <p:tav tm="41779">
                                          <p:val>
                                            <p:fltVal val="0.498704801"/>
                                          </p:val>
                                        </p:tav>
                                        <p:tav tm="41987">
                                          <p:val>
                                            <p:fltVal val="0.499151395"/>
                                          </p:val>
                                        </p:tav>
                                        <p:tav tm="42208">
                                          <p:val>
                                            <p:fltVal val="0.499524658"/>
                                          </p:val>
                                        </p:tav>
                                        <p:tav tm="42429">
                                          <p:val>
                                            <p:fltVal val="0.499791748"/>
                                          </p:val>
                                        </p:tav>
                                        <p:tav tm="42636">
                                          <p:val>
                                            <p:fltVal val="0.499944436"/>
                                          </p:val>
                                        </p:tav>
                                        <p:tav tm="42857">
                                          <p:val>
                                            <p:fltVal val="0.5"/>
                                          </p:val>
                                        </p:tav>
                                        <p:tav tm="48052">
                                          <p:val>
                                            <p:fltVal val="0.5"/>
                                          </p:val>
                                        </p:tav>
                                        <p:tav tm="48273">
                                          <p:val>
                                            <p:fltVal val="0.500055564"/>
                                          </p:val>
                                        </p:tav>
                                        <p:tav tm="48481">
                                          <p:val>
                                            <p:fltVal val="0.500208252"/>
                                          </p:val>
                                        </p:tav>
                                        <p:tav tm="48701">
                                          <p:val>
                                            <p:fltVal val="0.500475342"/>
                                          </p:val>
                                        </p:tav>
                                        <p:tav tm="48922">
                                          <p:val>
                                            <p:fltVal val="0.500848605"/>
                                          </p:val>
                                        </p:tav>
                                        <p:tav tm="49130">
                                          <p:val>
                                            <p:fltVal val="0.501295199"/>
                                          </p:val>
                                        </p:tav>
                                        <p:tav tm="49351">
                                          <p:val>
                                            <p:fltVal val="0.501869141"/>
                                          </p:val>
                                        </p:tav>
                                        <p:tav tm="49571">
                                          <p:val>
                                            <p:fltVal val="0.502543668"/>
                                          </p:val>
                                        </p:tav>
                                        <p:tav tm="49779">
                                          <p:val>
                                            <p:fltVal val="0.503268699"/>
                                          </p:val>
                                        </p:tav>
                                        <p:tav tm="50000">
                                          <p:val>
                                            <p:fltVal val="0.504133057"/>
                                          </p:val>
                                        </p:tav>
                                        <p:tav tm="50221">
                                          <p:val>
                                            <p:fltVal val="0.505092412"/>
                                          </p:val>
                                        </p:tav>
                                        <p:tav tm="50429">
                                          <p:val>
                                            <p:fltVal val="0.506080412"/>
                                          </p:val>
                                        </p:tav>
                                        <p:tav tm="50649">
                                          <p:val>
                                            <p:fltVal val="0.50721875"/>
                                          </p:val>
                                        </p:tav>
                                        <p:tav tm="50870">
                                          <p:val>
                                            <p:fltVal val="0.508446497"/>
                                          </p:val>
                                        </p:tav>
                                        <p:tav tm="51078">
                                          <p:val>
                                            <p:fltVal val="0.509681998"/>
                                          </p:val>
                                        </p:tav>
                                        <p:tav tm="51299">
                                          <p:val>
                                            <p:fltVal val="0.511077881"/>
                                          </p:val>
                                        </p:tav>
                                        <p:tav tm="51519">
                                          <p:val>
                                            <p:fltVal val="0.512557585"/>
                                          </p:val>
                                        </p:tav>
                                        <p:tav tm="51727">
                                          <p:val>
                                            <p:fltVal val="0.514025117"/>
                                          </p:val>
                                        </p:tav>
                                        <p:tav tm="51948">
                                          <p:val>
                                            <p:fltVal val="0.515662109"/>
                                          </p:val>
                                        </p:tav>
                                        <p:tav tm="52169">
                                          <p:val>
                                            <p:fltVal val="0.517377335"/>
                                          </p:val>
                                        </p:tav>
                                        <p:tav tm="52377">
                                          <p:val>
                                            <p:fltVal val="0.519061429"/>
                                          </p:val>
                                        </p:tav>
                                        <p:tav tm="52597">
                                          <p:val>
                                            <p:fltVal val="0.520923096"/>
                                          </p:val>
                                        </p:tav>
                                        <p:tav tm="52818">
                                          <p:val>
                                            <p:fltVal val="0.522857407"/>
                                          </p:val>
                                        </p:tav>
                                        <p:tav tm="53026">
                                          <p:val>
                                            <p:fltVal val="0.524742595"/>
                                          </p:val>
                                        </p:tav>
                                        <p:tav tm="53247">
                                          <p:val>
                                            <p:fltVal val="0.5268125"/>
                                          </p:val>
                                        </p:tav>
                                        <p:tav tm="53468">
                                          <p:val>
                                            <p:fltVal val="0.528949462"/>
                                          </p:val>
                                        </p:tav>
                                        <p:tav tm="53675">
                                          <p:val>
                                            <p:fltVal val="0.531020275"/>
                                          </p:val>
                                        </p:tav>
                                        <p:tav tm="53896">
                                          <p:val>
                                            <p:fltVal val="0.533281982"/>
                                          </p:val>
                                        </p:tav>
                                        <p:tav tm="54117">
                                          <p:val>
                                            <p:fltVal val="0.535605159"/>
                                          </p:val>
                                        </p:tav>
                                        <p:tav tm="54325">
                                          <p:val>
                                            <p:fltVal val="0.537846128"/>
                                          </p:val>
                                        </p:tav>
                                        <p:tav tm="54545">
                                          <p:val>
                                            <p:fltVal val="0.540283203"/>
                                          </p:val>
                                        </p:tav>
                                        <p:tav tm="54766">
                                          <p:val>
                                            <p:fltVal val="0.542776159"/>
                                          </p:val>
                                        </p:tav>
                                        <p:tav tm="54974">
                                          <p:val>
                                            <p:fltVal val="0.545171816"/>
                                          </p:val>
                                        </p:tav>
                                        <p:tav tm="55195">
                                          <p:val>
                                            <p:fltVal val="0.547767822"/>
                                          </p:val>
                                        </p:tav>
                                        <p:tav tm="55416">
                                          <p:val>
                                            <p:fltVal val="0.550414122"/>
                                          </p:val>
                                        </p:tav>
                                        <p:tav tm="55623">
                                          <p:val>
                                            <p:fltVal val="0.552948997"/>
                                          </p:val>
                                        </p:tav>
                                        <p:tav tm="55844">
                                          <p:val>
                                            <p:fltVal val="0.5556875"/>
                                          </p:val>
                                        </p:tav>
                                        <p:tav tm="56065">
                                          <p:val>
                                            <p:fltVal val="0.558470708"/>
                                          </p:val>
                                        </p:tav>
                                        <p:tav tm="56273">
                                          <p:val>
                                            <p:fltVal val="0.561129333"/>
                                          </p:val>
                                        </p:tav>
                                        <p:tav tm="56494">
                                          <p:val>
                                            <p:fltVal val="0.563993896"/>
                                          </p:val>
                                        </p:tav>
                                        <p:tav tm="56714">
                                          <p:val>
                                            <p:fltVal val="0.566897577"/>
                                          </p:val>
                                        </p:tav>
                                        <p:tav tm="56922">
                                          <p:val>
                                            <p:fltVal val="0.569664483"/>
                                          </p:val>
                                        </p:tav>
                                        <p:tav tm="57143">
                                          <p:val>
                                            <p:fltVal val="0.572638672"/>
                                          </p:val>
                                        </p:tav>
                                        <p:tav tm="57364">
                                          <p:val>
                                            <p:fltVal val="0.575646389"/>
                                          </p:val>
                                        </p:tav>
                                        <p:tav tm="57571">
                                          <p:val>
                                            <p:fltVal val="0.578506108"/>
                                          </p:val>
                                        </p:tav>
                                        <p:tav tm="57792">
                                          <p:val>
                                            <p:fltVal val="0.581573486"/>
                                          </p:val>
                                        </p:tav>
                                        <p:tav tm="58013">
                                          <p:val>
                                            <p:fltVal val="0.584668805"/>
                                          </p:val>
                                        </p:tav>
                                        <p:tav tm="58221">
                                          <p:val>
                                            <p:fltVal val="0.587605868"/>
                                          </p:val>
                                        </p:tav>
                                        <p:tav tm="58442">
                                          <p:val>
                                            <p:fltVal val="0.59075"/>
                                          </p:val>
                                        </p:tav>
                                        <p:tav tm="58662">
                                          <p:val>
                                            <p:fltVal val="0.593916485"/>
                                          </p:val>
                                        </p:tav>
                                        <p:tav tm="58870">
                                          <p:val>
                                            <p:fltVal val="0.596915422"/>
                                          </p:val>
                                        </p:tav>
                                        <p:tav tm="59091">
                                          <p:val>
                                            <p:fltVal val="0.600119873"/>
                                          </p:val>
                                        </p:tav>
                                        <p:tav tm="59312">
                                          <p:val>
                                            <p:fltVal val="0.603341088"/>
                                          </p:val>
                                        </p:tav>
                                        <p:tav tm="59519">
                                          <p:val>
                                            <p:fltVal val="0.606386432"/>
                                          </p:val>
                                        </p:tav>
                                        <p:tav tm="59740">
                                          <p:val>
                                            <p:fltVal val="0.609634766"/>
                                          </p:val>
                                        </p:tav>
                                        <p:tav tm="59961">
                                          <p:val>
                                            <p:fltVal val="0.612894275"/>
                                          </p:val>
                                        </p:tav>
                                        <p:tav tm="60169">
                                          <p:val>
                                            <p:fltVal val="0.615970557"/>
                                          </p:val>
                                        </p:tav>
                                        <p:tav tm="60390">
                                          <p:val>
                                            <p:fltVal val="0.619246338"/>
                                          </p:val>
                                        </p:tav>
                                        <p:tav tm="60610">
                                          <p:val>
                                            <p:fltVal val="0.622527707"/>
                                          </p:val>
                                        </p:tav>
                                        <p:tav tm="61468">
                                          <p:val>
                                            <p:fltVal val="0.635284793"/>
                                          </p:val>
                                        </p:tav>
                                        <p:tav tm="61688">
                                          <p:val>
                                            <p:fltVal val="0.638566162"/>
                                          </p:val>
                                        </p:tav>
                                        <p:tav tm="61909">
                                          <p:val>
                                            <p:fltVal val="0.641841943"/>
                                          </p:val>
                                        </p:tav>
                                        <p:tav tm="62117">
                                          <p:val>
                                            <p:fltVal val="0.644918225"/>
                                          </p:val>
                                        </p:tav>
                                        <p:tav tm="62338">
                                          <p:val>
                                            <p:fltVal val="0.648177734"/>
                                          </p:val>
                                        </p:tav>
                                        <p:tav tm="62558">
                                          <p:val>
                                            <p:fltVal val="0.651426068"/>
                                          </p:val>
                                        </p:tav>
                                        <p:tav tm="62766">
                                          <p:val>
                                            <p:fltVal val="0.654471412"/>
                                          </p:val>
                                        </p:tav>
                                        <p:tav tm="62987">
                                          <p:val>
                                            <p:fltVal val="0.657692627"/>
                                          </p:val>
                                        </p:tav>
                                        <p:tav tm="63208">
                                          <p:val>
                                            <p:fltVal val="0.660897078"/>
                                          </p:val>
                                        </p:tav>
                                        <p:tav tm="63416">
                                          <p:val>
                                            <p:fltVal val="0.663896015"/>
                                          </p:val>
                                        </p:tav>
                                        <p:tav tm="63636">
                                          <p:val>
                                            <p:fltVal val="0.6670625"/>
                                          </p:val>
                                        </p:tav>
                                        <p:tav tm="63857">
                                          <p:val>
                                            <p:fltVal val="0.670206632"/>
                                          </p:val>
                                        </p:tav>
                                        <p:tav tm="64065">
                                          <p:val>
                                            <p:fltVal val="0.673143695"/>
                                          </p:val>
                                        </p:tav>
                                        <p:tav tm="64286">
                                          <p:val>
                                            <p:fltVal val="0.676239014"/>
                                          </p:val>
                                        </p:tav>
                                        <p:tav tm="64506">
                                          <p:val>
                                            <p:fltVal val="0.679306392"/>
                                          </p:val>
                                        </p:tav>
                                        <p:tav tm="64714">
                                          <p:val>
                                            <p:fltVal val="0.682166111"/>
                                          </p:val>
                                        </p:tav>
                                        <p:tav tm="64935">
                                          <p:val>
                                            <p:fltVal val="0.685173828"/>
                                          </p:val>
                                        </p:tav>
                                        <p:tav tm="65156">
                                          <p:val>
                                            <p:fltVal val="0.688148017"/>
                                          </p:val>
                                        </p:tav>
                                        <p:tav tm="65364">
                                          <p:val>
                                            <p:fltVal val="0.690914923"/>
                                          </p:val>
                                        </p:tav>
                                        <p:tav tm="65584">
                                          <p:val>
                                            <p:fltVal val="0.693818604"/>
                                          </p:val>
                                        </p:tav>
                                        <p:tav tm="65805">
                                          <p:val>
                                            <p:fltVal val="0.696683167"/>
                                          </p:val>
                                        </p:tav>
                                        <p:tav tm="66013">
                                          <p:val>
                                            <p:fltVal val="0.699341792"/>
                                          </p:val>
                                        </p:tav>
                                        <p:tav tm="66234">
                                          <p:val>
                                            <p:fltVal val="0.702125"/>
                                          </p:val>
                                        </p:tav>
                                        <p:tav tm="66455">
                                          <p:val>
                                            <p:fltVal val="0.704863503"/>
                                          </p:val>
                                        </p:tav>
                                        <p:tav tm="66662">
                                          <p:val>
                                            <p:fltVal val="0.707398378"/>
                                          </p:val>
                                        </p:tav>
                                        <p:tav tm="66883">
                                          <p:val>
                                            <p:fltVal val="0.710044678"/>
                                          </p:val>
                                        </p:tav>
                                        <p:tav tm="67104">
                                          <p:val>
                                            <p:fltVal val="0.712640684"/>
                                          </p:val>
                                        </p:tav>
                                        <p:tav tm="67312">
                                          <p:val>
                                            <p:fltVal val="0.715036341"/>
                                          </p:val>
                                        </p:tav>
                                        <p:tav tm="67532">
                                          <p:val>
                                            <p:fltVal val="0.717529297"/>
                                          </p:val>
                                        </p:tav>
                                        <p:tav tm="67753">
                                          <p:val>
                                            <p:fltVal val="0.719966372"/>
                                          </p:val>
                                        </p:tav>
                                        <p:tav tm="67961">
                                          <p:val>
                                            <p:fltVal val="0.722207341"/>
                                          </p:val>
                                        </p:tav>
                                        <p:tav tm="68182">
                                          <p:val>
                                            <p:fltVal val="0.724530518"/>
                                          </p:val>
                                        </p:tav>
                                        <p:tav tm="68403">
                                          <p:val>
                                            <p:fltVal val="0.726792225"/>
                                          </p:val>
                                        </p:tav>
                                        <p:tav tm="68610">
                                          <p:val>
                                            <p:fltVal val="0.728863038"/>
                                          </p:val>
                                        </p:tav>
                                        <p:tav tm="68831">
                                          <p:val>
                                            <p:fltVal val="0.731"/>
                                          </p:val>
                                        </p:tav>
                                        <p:tav tm="69052">
                                          <p:val>
                                            <p:fltVal val="0.733069905"/>
                                          </p:val>
                                        </p:tav>
                                        <p:tav tm="69260">
                                          <p:val>
                                            <p:fltVal val="0.734955093"/>
                                          </p:val>
                                        </p:tav>
                                        <p:tav tm="69481">
                                          <p:val>
                                            <p:fltVal val="0.736889404"/>
                                          </p:val>
                                        </p:tav>
                                        <p:tav tm="69701">
                                          <p:val>
                                            <p:fltVal val="0.738751071"/>
                                          </p:val>
                                        </p:tav>
                                        <p:tav tm="69909">
                                          <p:val>
                                            <p:fltVal val="0.740435165"/>
                                          </p:val>
                                        </p:tav>
                                        <p:tav tm="70130">
                                          <p:val>
                                            <p:fltVal val="0.742150391"/>
                                          </p:val>
                                        </p:tav>
                                        <p:tav tm="70351">
                                          <p:val>
                                            <p:fltVal val="0.743787383"/>
                                          </p:val>
                                        </p:tav>
                                        <p:tav tm="70558">
                                          <p:val>
                                            <p:fltVal val="0.745254915"/>
                                          </p:val>
                                        </p:tav>
                                        <p:tav tm="70779">
                                          <p:val>
                                            <p:fltVal val="0.746734619"/>
                                          </p:val>
                                        </p:tav>
                                        <p:tav tm="71000">
                                          <p:val>
                                            <p:fltVal val="0.748130502"/>
                                          </p:val>
                                        </p:tav>
                                        <p:tav tm="71208">
                                          <p:val>
                                            <p:fltVal val="0.749366003"/>
                                          </p:val>
                                        </p:tav>
                                        <p:tav tm="71429">
                                          <p:val>
                                            <p:fltVal val="0.75059375"/>
                                          </p:val>
                                        </p:tav>
                                        <p:tav tm="71649">
                                          <p:val>
                                            <p:fltVal val="0.751732088"/>
                                          </p:val>
                                        </p:tav>
                                        <p:tav tm="71857">
                                          <p:val>
                                            <p:fltVal val="0.752720088"/>
                                          </p:val>
                                        </p:tav>
                                        <p:tav tm="72078">
                                          <p:val>
                                            <p:fltVal val="0.753679443"/>
                                          </p:val>
                                        </p:tav>
                                        <p:tav tm="72299">
                                          <p:val>
                                            <p:fltVal val="0.754543801"/>
                                          </p:val>
                                        </p:tav>
                                        <p:tav tm="72506">
                                          <p:val>
                                            <p:fltVal val="0.755268832"/>
                                          </p:val>
                                        </p:tav>
                                        <p:tav tm="72727">
                                          <p:val>
                                            <p:fltVal val="0.755943359"/>
                                          </p:val>
                                        </p:tav>
                                        <p:tav tm="72948">
                                          <p:val>
                                            <p:fltVal val="0.756517301"/>
                                          </p:val>
                                        </p:tav>
                                        <p:tav tm="73156">
                                          <p:val>
                                            <p:fltVal val="0.756963895"/>
                                          </p:val>
                                        </p:tav>
                                        <p:tav tm="73377">
                                          <p:val>
                                            <p:fltVal val="0.757337158"/>
                                          </p:val>
                                        </p:tav>
                                        <p:tav tm="73597">
                                          <p:val>
                                            <p:fltVal val="0.757604248"/>
                                          </p:val>
                                        </p:tav>
                                        <p:tav tm="73805">
                                          <p:val>
                                            <p:fltVal val="0.757756936"/>
                                          </p:val>
                                        </p:tav>
                                        <p:tav tm="74026">
                                          <p:val>
                                            <p:fltVal val="0.7578125"/>
                                          </p:val>
                                        </p:tav>
                                        <p:tav tm="100000">
                                          <p:val>
                                            <p:fltVal val="0.7578125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 additive="base">
                                        <p:cTn id="7" dur="13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0000" y="100000"/>
                                      <p:to x="100005" y="100005"/>
                                    </p:animScale>
                                    <p:animScale>
                                      <p:cBhvr additive="base">
                                        <p:cTn id="8" dur="50" fill="hold">
                                          <p:stCondLst>
                                            <p:cond delay="13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0005" y="100005"/>
                                      <p:to x="100082" y="100082"/>
                                    </p:animScale>
                                    <p:animScale>
                                      <p:cBhvr additive="base">
                                        <p:cTn id="9" dur="50" fill="hold">
                                          <p:stCondLst>
                                            <p:cond delay="13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0082" y="100082"/>
                                      <p:to x="100247" y="100247"/>
                                    </p:animScale>
                                    <p:animScale>
                                      <p:cBhvr additive="base">
                                        <p:cTn id="10" dur="50" fill="hold">
                                          <p:stCondLst>
                                            <p:cond delay="14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0247" y="100247"/>
                                      <p:to x="100494" y="100494"/>
                                    </p:animScale>
                                    <p:animScale>
                                      <p:cBhvr additive="base">
                                        <p:cTn id="11" dur="66" fill="hold">
                                          <p:stCondLst>
                                            <p:cond delay="14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0494" y="100494"/>
                                      <p:to x="100939" y="100939"/>
                                    </p:animScale>
                                    <p:animScale>
                                      <p:cBhvr additive="base">
                                        <p:cTn id="12" dur="34" fill="hold">
                                          <p:stCondLst>
                                            <p:cond delay="153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0939" y="100939"/>
                                      <p:to x="101218" y="101218"/>
                                    </p:animScale>
                                    <p:animScale>
                                      <p:cBhvr additive="base">
                                        <p:cTn id="13" dur="50" fill="hold">
                                          <p:stCondLst>
                                            <p:cond delay="15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1218" y="101218"/>
                                      <p:to x="101685" y="101685"/>
                                    </p:animScale>
                                    <p:animScale>
                                      <p:cBhvr additive="base">
                                        <p:cTn id="14" dur="50" fill="hold">
                                          <p:stCondLst>
                                            <p:cond delay="16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1685" y="101685"/>
                                      <p:to x="102216" y="102216"/>
                                    </p:animScale>
                                    <p:animScale>
                                      <p:cBhvr additive="base">
                                        <p:cTn id="15" dur="50" fill="hold">
                                          <p:stCondLst>
                                            <p:cond delay="16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2216" y="102216"/>
                                      <p:to x="102807" y="102807"/>
                                    </p:animScale>
                                    <p:animScale>
                                      <p:cBhvr additive="base">
                                        <p:cTn id="16" dur="50" fill="hold">
                                          <p:stCondLst>
                                            <p:cond delay="17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2807" y="102807"/>
                                      <p:to x="103453" y="103453"/>
                                    </p:animScale>
                                    <p:animScale>
                                      <p:cBhvr additive="base">
                                        <p:cTn id="17" dur="50" fill="hold">
                                          <p:stCondLst>
                                            <p:cond delay="17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3453" y="103453"/>
                                      <p:to x="104148" y="104148"/>
                                    </p:animScale>
                                    <p:animScale>
                                      <p:cBhvr additive="base">
                                        <p:cTn id="18" dur="50" fill="hold">
                                          <p:stCondLst>
                                            <p:cond delay="18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4148" y="104148"/>
                                      <p:to x="104889" y="104889"/>
                                    </p:animScale>
                                    <p:animScale>
                                      <p:cBhvr additive="base">
                                        <p:cTn id="19" dur="50" fill="hold">
                                          <p:stCondLst>
                                            <p:cond delay="18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4889" y="104889"/>
                                      <p:to x="105670" y="105670"/>
                                    </p:animScale>
                                    <p:animScale>
                                      <p:cBhvr additive="base">
                                        <p:cTn id="20" dur="83" fill="hold">
                                          <p:stCondLst>
                                            <p:cond delay="19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5670" y="105670"/>
                                      <p:to x="107044" y="107044"/>
                                    </p:animScale>
                                    <p:animScale>
                                      <p:cBhvr additive="base">
                                        <p:cTn id="21" dur="1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7044" y="107044"/>
                                      <p:to x="108800" y="108800"/>
                                    </p:animScale>
                                    <p:animScale>
                                      <p:cBhvr additive="base">
                                        <p:cTn id="22" dur="100" fill="hold">
                                          <p:stCondLst>
                                            <p:cond delay="2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08800" y="108800"/>
                                      <p:to x="110631" y="110631"/>
                                    </p:animScale>
                                    <p:animScale>
                                      <p:cBhvr additive="base">
                                        <p:cTn id="23" dur="233" fill="hold">
                                          <p:stCondLst>
                                            <p:cond delay="2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10631" y="110631"/>
                                      <p:to x="114979" y="114979"/>
                                    </p:animScale>
                                    <p:animScale>
                                      <p:cBhvr additive="base">
                                        <p:cTn id="24" dur="134" fill="hold">
                                          <p:stCondLst>
                                            <p:cond delay="243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14979" y="114979"/>
                                      <p:to x="117387" y="117387"/>
                                    </p:animScale>
                                    <p:animScale>
                                      <p:cBhvr additive="base">
                                        <p:cTn id="25" dur="66" fill="hold">
                                          <p:stCondLst>
                                            <p:cond delay="25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17387" y="117387"/>
                                      <p:to x="118513" y="118513"/>
                                    </p:animScale>
                                    <p:animScale>
                                      <p:cBhvr additive="base">
                                        <p:cTn id="26" dur="50" fill="hold">
                                          <p:stCondLst>
                                            <p:cond delay="263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18513" y="118513"/>
                                      <p:to x="119330" y="119330"/>
                                    </p:animScale>
                                    <p:animScale>
                                      <p:cBhvr additive="base">
                                        <p:cTn id="27" dur="67" fill="hold">
                                          <p:stCondLst>
                                            <p:cond delay="268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19330" y="119330"/>
                                      <p:to x="120368" y="120368"/>
                                    </p:animScale>
                                    <p:animScale>
                                      <p:cBhvr additive="base">
                                        <p:cTn id="28" dur="50" fill="hold">
                                          <p:stCondLst>
                                            <p:cond delay="2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0368" y="120368"/>
                                      <p:to x="121094" y="121094"/>
                                    </p:animScale>
                                    <p:animScale>
                                      <p:cBhvr additive="base">
                                        <p:cTn id="29" dur="67" fill="hold">
                                          <p:stCondLst>
                                            <p:cond delay="2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1094" y="121094"/>
                                      <p:to x="121992" y="121992"/>
                                    </p:animScale>
                                    <p:animScale>
                                      <p:cBhvr additive="base">
                                        <p:cTn id="30" dur="50" fill="hold">
                                          <p:stCondLst>
                                            <p:cond delay="28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1992" y="121992"/>
                                      <p:to x="122601" y="122601"/>
                                    </p:animScale>
                                    <p:animScale>
                                      <p:cBhvr additive="base">
                                        <p:cTn id="31" dur="50" fill="hold">
                                          <p:stCondLst>
                                            <p:cond delay="29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2601" y="122601"/>
                                      <p:to x="123152" y="123152"/>
                                    </p:animScale>
                                    <p:animScale>
                                      <p:cBhvr additive="base">
                                        <p:cTn id="32" dur="50" fill="hold">
                                          <p:stCondLst>
                                            <p:cond delay="29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3152" y="123152"/>
                                      <p:to x="123640" y="123640"/>
                                    </p:animScale>
                                    <p:animScale>
                                      <p:cBhvr additive="base">
                                        <p:cTn id="33" dur="50" fill="hold">
                                          <p:stCondLst>
                                            <p:cond delay="30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3640" y="123640"/>
                                      <p:to x="124061" y="124061"/>
                                    </p:animScale>
                                    <p:animScale>
                                      <p:cBhvr additive="base">
                                        <p:cTn id="34" dur="50" fill="hold">
                                          <p:stCondLst>
                                            <p:cond delay="30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4061" y="124061"/>
                                      <p:to x="124410" y="124410"/>
                                    </p:animScale>
                                    <p:animScale>
                                      <p:cBhvr additive="base">
                                        <p:cTn id="35" dur="50" fill="hold">
                                          <p:stCondLst>
                                            <p:cond delay="31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4410" y="124410"/>
                                      <p:to x="124683" y="124683"/>
                                    </p:animScale>
                                    <p:animScale>
                                      <p:cBhvr additive="base">
                                        <p:cTn id="36" dur="50" fill="hold">
                                          <p:stCondLst>
                                            <p:cond delay="31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4683" y="124683"/>
                                      <p:to x="124874" y="124874"/>
                                    </p:animScale>
                                    <p:animScale>
                                      <p:cBhvr additive="base">
                                        <p:cTn id="37" dur="50" fill="hold">
                                          <p:stCondLst>
                                            <p:cond delay="32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4874" y="124874"/>
                                      <p:to x="124980" y="124980"/>
                                    </p:animScale>
                                    <p:animScale>
                                      <p:cBhvr additive="base">
                                        <p:cTn id="38" dur="33" fill="hold">
                                          <p:stCondLst>
                                            <p:cond delay="326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ScaleX</p:attrName>
                                          <p:attrName>ScaleY</p:attrName>
                                        </p:attrNameLst>
                                      </p:cBhvr>
                                      <p:from x="124980" y="12498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10" presetClass="entr" presetSubtype="0" dur="8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dur="800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dur="77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Rot from="0" to="1164">
                                      <p:cBhvr additive="base">
                                        <p:cTn id="47" dur="13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164" to="9956">
                                      <p:cBhvr additive="base">
                                        <p:cTn id="48" dur="33" fill="hold">
                                          <p:stCondLst>
                                            <p:cond delay="13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9956" to="17774">
                                      <p:cBhvr additive="base">
                                        <p:cTn id="49" dur="17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7774" to="39150">
                                      <p:cBhvr additive="base">
                                        <p:cTn id="50" dur="33" fill="hold">
                                          <p:stCondLst>
                                            <p:cond delay="13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39150" to="53278">
                                      <p:cBhvr additive="base">
                                        <p:cTn id="51" dur="17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3278" to="86569">
                                      <p:cBhvr additive="base">
                                        <p:cTn id="52" dur="33" fill="hold">
                                          <p:stCondLst>
                                            <p:cond delay="14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86569" to="106663">
                                      <p:cBhvr additive="base">
                                        <p:cTn id="53" dur="17" fill="hold">
                                          <p:stCondLst>
                                            <p:cond delay="14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06663" to="151200">
                                      <p:cBhvr additive="base">
                                        <p:cTn id="54" dur="33" fill="hold">
                                          <p:stCondLst>
                                            <p:cond delay="14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1200" to="202794">
                                      <p:cBhvr additive="base">
                                        <p:cTn id="55" dur="33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202794" to="232031">
                                      <p:cBhvr additive="base">
                                        <p:cTn id="56" dur="17" fill="hold">
                                          <p:stCondLst>
                                            <p:cond delay="15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232031" to="293762">
                                      <p:cBhvr additive="base">
                                        <p:cTn id="57" dur="33" fill="hold">
                                          <p:stCondLst>
                                            <p:cond delay="15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293762" to="363976">
                                      <p:cBhvr additive="base">
                                        <p:cTn id="58" dur="34" fill="hold">
                                          <p:stCondLst>
                                            <p:cond delay="15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363976" to="438244">
                                      <p:cBhvr additive="base">
                                        <p:cTn id="59" dur="33" fill="hold">
                                          <p:stCondLst>
                                            <p:cond delay="16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38244" to="478759">
                                      <p:cBhvr additive="base">
                                        <p:cTn id="60" dur="17" fill="hold">
                                          <p:stCondLst>
                                            <p:cond delay="1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78759" to="561600">
                                      <p:cBhvr additive="base">
                                        <p:cTn id="61" dur="33" fill="hold">
                                          <p:stCondLst>
                                            <p:cond delay="16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61600" to="606360">
                                      <p:cBhvr additive="base">
                                        <p:cTn id="62" dur="17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06360" to="697106">
                                      <p:cBhvr additive="base">
                                        <p:cTn id="63" dur="33" fill="hold">
                                          <p:stCondLst>
                                            <p:cond delay="17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97106" to="745766">
                                      <p:cBhvr additive="base">
                                        <p:cTn id="64" dur="17" fill="hold">
                                          <p:stCondLst>
                                            <p:cond delay="1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745766" to="895966">
                                      <p:cBhvr additive="base">
                                        <p:cTn id="65" dur="50" fill="hold">
                                          <p:stCondLst>
                                            <p:cond delay="17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895966" to="1055947">
                                      <p:cBhvr additive="base">
                                        <p:cTn id="66" dur="50" fill="hold">
                                          <p:stCondLst>
                                            <p:cond delay="18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055947" to="1224696">
                                      <p:cBhvr additive="base">
                                        <p:cTn id="67" dur="50" fill="hold">
                                          <p:stCondLst>
                                            <p:cond delay="18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224696" to="1401200">
                                      <p:cBhvr additive="base">
                                        <p:cTn id="68" dur="50" fill="hold">
                                          <p:stCondLst>
                                            <p:cond delay="19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401200" to="1584448">
                                      <p:cBhvr additive="base">
                                        <p:cTn id="69" dur="50" fill="hold">
                                          <p:stCondLst>
                                            <p:cond delay="19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84448" to="1773427">
                                      <p:cBhvr additive="base">
                                        <p:cTn id="70" dur="50" fill="hold">
                                          <p:stCondLst>
                                            <p:cond delay="20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773427" to="1967123">
                                      <p:cBhvr additive="base">
                                        <p:cTn id="71" dur="50" fill="hold">
                                          <p:stCondLst>
                                            <p:cond delay="20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967123" to="2228312">
                                      <p:cBhvr additive="base">
                                        <p:cTn id="72" dur="66" fill="hold">
                                          <p:stCondLst>
                                            <p:cond delay="21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2228312" to="3035378">
                                      <p:cBhvr additive="base">
                                        <p:cTn id="73" dur="200" fill="hold">
                                          <p:stCondLst>
                                            <p:cond delay="21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3035378" to="3370062">
                                      <p:cBhvr additive="base">
                                        <p:cTn id="74" dur="84" fill="hold">
                                          <p:stCondLst>
                                            <p:cond delay="23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3370062" to="3565055">
                                      <p:cBhvr additive="base">
                                        <p:cTn id="75" dur="50" fill="hold">
                                          <p:stCondLst>
                                            <p:cond delay="24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3565055" to="3691406">
                                      <p:cBhvr additive="base">
                                        <p:cTn id="76" dur="33" fill="hold">
                                          <p:stCondLst>
                                            <p:cond delay="25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3691406" to="3878550">
                                      <p:cBhvr additive="base">
                                        <p:cTn id="77" dur="50" fill="hold">
                                          <p:stCondLst>
                                            <p:cond delay="25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3878550" to="3998800">
                                      <p:cBhvr additive="base">
                                        <p:cTn id="78" dur="33" fill="hold">
                                          <p:stCondLst>
                                            <p:cond delay="2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3998800" to="4175304">
                                      <p:cBhvr additive="base">
                                        <p:cTn id="79" dur="50" fill="hold">
                                          <p:stCondLst>
                                            <p:cond delay="26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175304" to="4290959">
                                      <p:cBhvr additive="base">
                                        <p:cTn id="80" dur="34" fill="hold">
                                          <p:stCondLst>
                                            <p:cond delay="26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290959" to="4453856">
                                      <p:cBhvr additive="base">
                                        <p:cTn id="81" dur="50" fill="hold">
                                          <p:stCondLst>
                                            <p:cond delay="27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453856" to="4556250">
                                      <p:cBhvr additive="base">
                                        <p:cTn id="82" dur="33" fill="hold">
                                          <p:stCondLst>
                                            <p:cond delay="27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556250" to="4702894">
                                      <p:cBhvr additive="base">
                                        <p:cTn id="83" dur="50" fill="hold">
                                          <p:stCondLst>
                                            <p:cond delay="2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702894" to="4793640">
                                      <p:cBhvr additive="base">
                                        <p:cTn id="84" dur="33" fill="hold">
                                          <p:stCondLst>
                                            <p:cond delay="28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793640" to="4881755">
                                      <p:cBhvr additive="base">
                                        <p:cTn id="85" dur="34" fill="hold">
                                          <p:stCondLst>
                                            <p:cond delay="28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881755" to="4961756">
                                      <p:cBhvr additive="base">
                                        <p:cTn id="86" dur="33" fill="hold">
                                          <p:stCondLst>
                                            <p:cond delay="29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4961756" to="5036024">
                                      <p:cBhvr additive="base">
                                        <p:cTn id="87" dur="33" fill="hold">
                                          <p:stCondLst>
                                            <p:cond delay="29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036024" to="5106238">
                                      <p:cBhvr additive="base">
                                        <p:cTn id="88" dur="34" fill="hold">
                                          <p:stCondLst>
                                            <p:cond delay="29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106238" to="5167969">
                                      <p:cBhvr additive="base">
                                        <p:cTn id="89" dur="33" fill="hold">
                                          <p:stCondLst>
                                            <p:cond delay="30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167969" to="5223084">
                                      <p:cBhvr additive="base">
                                        <p:cTn id="90" dur="33" fill="hold">
                                          <p:stCondLst>
                                            <p:cond delay="30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223084" to="5272643">
                                      <p:cBhvr additive="base">
                                        <p:cTn id="91" dur="34" fill="hold">
                                          <p:stCondLst>
                                            <p:cond delay="30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272643" to="5313431">
                                      <p:cBhvr additive="base">
                                        <p:cTn id="92" dur="33" fill="hold">
                                          <p:stCondLst>
                                            <p:cond delay="31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313431" to="5346722">
                                      <p:cBhvr additive="base">
                                        <p:cTn id="93" dur="33" fill="hold">
                                          <p:stCondLst>
                                            <p:cond delay="31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346722" to="5360850">
                                      <p:cBhvr additive="base">
                                        <p:cTn id="94" dur="17" fill="hold">
                                          <p:stCondLst>
                                            <p:cond delay="31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360850" to="5382226">
                                      <p:cBhvr additive="base">
                                        <p:cTn id="95" dur="33" fill="hold">
                                          <p:stCondLst>
                                            <p:cond delay="3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382226" to="5390044">
                                      <p:cBhvr additive="base">
                                        <p:cTn id="96" dur="17" fill="hold">
                                          <p:stCondLst>
                                            <p:cond delay="32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390044" to="5398836">
                                      <p:cBhvr additive="base">
                                        <p:cTn id="97" dur="33" fill="hold">
                                          <p:stCondLst>
                                            <p:cond delay="3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398836" to="5400000">
                                      <p:cBhvr additive="base">
                                        <p:cTn id="98" dur="417" fill="hold">
                                          <p:stCondLst>
                                            <p:cond delay="32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400000" to="5402328">
                                      <p:cBhvr additive="base">
                                        <p:cTn id="99" dur="17" fill="hold">
                                          <p:stCondLst>
                                            <p:cond delay="37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402328" to="5408724">
                                      <p:cBhvr additive="base">
                                        <p:cTn id="100" dur="16" fill="hold">
                                          <p:stCondLst>
                                            <p:cond delay="37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408724" to="5419913">
                                      <p:cBhvr additive="base">
                                        <p:cTn id="101" dur="17" fill="hold">
                                          <p:stCondLst>
                                            <p:cond delay="37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419913" to="5435549">
                                      <p:cBhvr additive="base">
                                        <p:cTn id="102" dur="17" fill="hold">
                                          <p:stCondLst>
                                            <p:cond delay="3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435549" to="5454257">
                                      <p:cBhvr additive="base">
                                        <p:cTn id="103" dur="16" fill="hold">
                                          <p:stCondLst>
                                            <p:cond delay="37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454257" to="5478300">
                                      <p:cBhvr additive="base">
                                        <p:cTn id="104" dur="17" fill="hold">
                                          <p:stCondLst>
                                            <p:cond delay="37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478300" to="5506557">
                                      <p:cBhvr additive="base">
                                        <p:cTn id="105" dur="17" fill="hold">
                                          <p:stCondLst>
                                            <p:cond delay="3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506557" to="5536929">
                                      <p:cBhvr additive="base">
                                        <p:cTn id="106" dur="16" fill="hold">
                                          <p:stCondLst>
                                            <p:cond delay="38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536929" to="5573138">
                                      <p:cBhvr additive="base">
                                        <p:cTn id="107" dur="17" fill="hold">
                                          <p:stCondLst>
                                            <p:cond delay="38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573138" to="5613326">
                                      <p:cBhvr additive="base">
                                        <p:cTn id="108" dur="17" fill="hold">
                                          <p:stCondLst>
                                            <p:cond delay="38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613326" to="5654714">
                                      <p:cBhvr additive="base">
                                        <p:cTn id="109" dur="16" fill="hold">
                                          <p:stCondLst>
                                            <p:cond delay="38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654714" to="5702400">
                                      <p:cBhvr additive="base">
                                        <p:cTn id="110" dur="17" fill="hold">
                                          <p:stCondLst>
                                            <p:cond delay="38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702400" to="5753831">
                                      <p:cBhvr additive="base">
                                        <p:cTn id="111" dur="17" fill="hold">
                                          <p:stCondLst>
                                            <p:cond delay="3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753831" to="5805588">
                                      <p:cBhvr additive="base">
                                        <p:cTn id="112" dur="16" fill="hold">
                                          <p:stCondLst>
                                            <p:cond delay="39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805588" to="5864063">
                                      <p:cBhvr additive="base">
                                        <p:cTn id="113" dur="17" fill="hold">
                                          <p:stCondLst>
                                            <p:cond delay="39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864063" to="5926049">
                                      <p:cBhvr additive="base">
                                        <p:cTn id="114" dur="17" fill="hold">
                                          <p:stCondLst>
                                            <p:cond delay="39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926049" to="5987525">
                                      <p:cBhvr additive="base">
                                        <p:cTn id="115" dur="16" fill="hold">
                                          <p:stCondLst>
                                            <p:cond delay="39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5987525" to="6056100">
                                      <p:cBhvr additive="base">
                                        <p:cTn id="116" dur="17" fill="hold">
                                          <p:stCondLst>
                                            <p:cond delay="39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056100" to="6127952">
                                      <p:cBhvr additive="base">
                                        <p:cTn id="117" dur="17" fill="hold">
                                          <p:stCondLst>
                                            <p:cond delay="4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127952" to="6198501">
                                      <p:cBhvr additive="base">
                                        <p:cTn id="118" dur="16" fill="hold">
                                          <p:stCondLst>
                                            <p:cond delay="40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198501" to="6276488">
                                      <p:cBhvr additive="base">
                                        <p:cTn id="119" dur="17" fill="hold">
                                          <p:stCondLst>
                                            <p:cond delay="40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276488" to="6357518">
                                      <p:cBhvr additive="base">
                                        <p:cTn id="120" dur="17" fill="hold">
                                          <p:stCondLst>
                                            <p:cond delay="40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357518" to="6436490">
                                      <p:cBhvr additive="base">
                                        <p:cTn id="121" dur="16" fill="hold">
                                          <p:stCondLst>
                                            <p:cond delay="40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436490" to="6523200">
                                      <p:cBhvr additive="base">
                                        <p:cTn id="122" dur="17" fill="hold">
                                          <p:stCondLst>
                                            <p:cond delay="40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523200" to="6612719">
                                      <p:cBhvr additive="base">
                                        <p:cTn id="123" dur="17" fill="hold">
                                          <p:stCondLst>
                                            <p:cond delay="4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612719" to="6699468">
                                      <p:cBhvr additive="base">
                                        <p:cTn id="124" dur="16" fill="hold">
                                          <p:stCondLst>
                                            <p:cond delay="41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699468" to="6794213">
                                      <p:cBhvr additive="base">
                                        <p:cTn id="125" dur="17" fill="hold">
                                          <p:stCondLst>
                                            <p:cond delay="41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794213" to="6985409">
                                      <p:cBhvr additive="base">
                                        <p:cTn id="126" dur="33" fill="hold">
                                          <p:stCondLst>
                                            <p:cond delay="41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6985409" to="7087500">
                                      <p:cBhvr additive="base">
                                        <p:cTn id="127" dur="17" fill="hold">
                                          <p:stCondLst>
                                            <p:cond delay="41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7087500" to="7292288">
                                      <p:cBhvr additive="base">
                                        <p:cTn id="128" dur="33" fill="hold">
                                          <p:stCondLst>
                                            <p:cond delay="4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7292288" to="7511893">
                                      <p:cBhvr additive="base">
                                        <p:cTn id="129" dur="34" fill="hold">
                                          <p:stCondLst>
                                            <p:cond delay="42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7511893" to="7732800">
                                      <p:cBhvr additive="base">
                                        <p:cTn id="130" dur="33" fill="hold">
                                          <p:stCondLst>
                                            <p:cond delay="42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7732800" to="7849391">
                                      <p:cBhvr additive="base">
                                        <p:cTn id="131" dur="17" fill="hold">
                                          <p:stCondLst>
                                            <p:cond delay="43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7849391" to="8080763">
                                      <p:cBhvr additive="base">
                                        <p:cTn id="132" dur="33" fill="hold">
                                          <p:stCondLst>
                                            <p:cond delay="43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8080763" to="8202400">
                                      <p:cBhvr additive="base">
                                        <p:cTn id="133" dur="17" fill="hold">
                                          <p:stCondLst>
                                            <p:cond delay="4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8202400" to="8442900">
                                      <p:cBhvr additive="base">
                                        <p:cTn id="134" dur="33" fill="hold">
                                          <p:stCondLst>
                                            <p:cond delay="43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8442900" to="8568896">
                                      <p:cBhvr additive="base">
                                        <p:cTn id="135" dur="17" fill="hold">
                                          <p:stCondLst>
                                            <p:cond delay="4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8568896" to="8817188">
                                      <p:cBhvr additive="base">
                                        <p:cTn id="136" dur="33" fill="hold">
                                          <p:stCondLst>
                                            <p:cond delay="44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8817188" to="9201600">
                                      <p:cBhvr additive="base">
                                        <p:cTn id="137" dur="50" fill="hold">
                                          <p:stCondLst>
                                            <p:cond delay="44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9201600" to="9594113">
                                      <p:cBhvr additive="base">
                                        <p:cTn id="138" dur="50" fill="hold">
                                          <p:stCondLst>
                                            <p:cond delay="4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9594113" to="9992700">
                                      <p:cBhvr additive="base">
                                        <p:cTn id="139" dur="50" fill="hold">
                                          <p:stCondLst>
                                            <p:cond delay="45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9992700" to="10395338">
                                      <p:cBhvr additive="base">
                                        <p:cTn id="140" dur="50" fill="hold">
                                          <p:stCondLst>
                                            <p:cond delay="4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0395338" to="11341888">
                                      <p:cBhvr additive="base">
                                        <p:cTn id="141" dur="117" fill="hold">
                                          <p:stCondLst>
                                            <p:cond delay="4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1341888" to="11870948">
                                      <p:cBhvr additive="base">
                                        <p:cTn id="142" dur="66" fill="hold">
                                          <p:stCondLst>
                                            <p:cond delay="47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1870948" to="12140125">
                                      <p:cBhvr additive="base">
                                        <p:cTn id="143" dur="34" fill="hold">
                                          <p:stCondLst>
                                            <p:cond delay="48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2140125" to="12398400">
                                      <p:cBhvr additive="base">
                                        <p:cTn id="144" dur="33" fill="hold">
                                          <p:stCondLst>
                                            <p:cond delay="48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2398400" to="12782813">
                                      <p:cBhvr additive="base">
                                        <p:cTn id="145" dur="50" fill="hold">
                                          <p:stCondLst>
                                            <p:cond delay="4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2782813" to="13031104">
                                      <p:cBhvr additive="base">
                                        <p:cTn id="146" dur="33" fill="hold">
                                          <p:stCondLst>
                                            <p:cond delay="49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3031104" to="13281691">
                                      <p:cBhvr additive="base">
                                        <p:cTn id="147" dur="34" fill="hold">
                                          <p:stCondLst>
                                            <p:cond delay="49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3281691" to="13519237">
                                      <p:cBhvr additive="base">
                                        <p:cTn id="148" dur="33" fill="hold">
                                          <p:stCondLst>
                                            <p:cond delay="50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3519237" to="13639237">
                                      <p:cBhvr additive="base">
                                        <p:cTn id="149" dur="17" fill="hold">
                                          <p:stCondLst>
                                            <p:cond delay="50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3639237" to="13867200">
                                      <p:cBhvr additive="base">
                                        <p:cTn id="150" dur="33" fill="hold">
                                          <p:stCondLst>
                                            <p:cond delay="50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3867200" to="14088107">
                                      <p:cBhvr additive="base">
                                        <p:cTn id="151" dur="33" fill="hold">
                                          <p:stCondLst>
                                            <p:cond delay="5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4088107" to="14198963">
                                      <p:cBhvr additive="base">
                                        <p:cTn id="152" dur="17" fill="hold">
                                          <p:stCondLst>
                                            <p:cond delay="51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4198963" to="14408068">
                                      <p:cBhvr additive="base">
                                        <p:cTn id="153" dur="33" fill="hold">
                                          <p:stCondLst>
                                            <p:cond delay="51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4408068" to="14512500">
                                      <p:cBhvr additive="base">
                                        <p:cTn id="154" dur="17" fill="hold">
                                          <p:stCondLst>
                                            <p:cond delay="51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4512500" to="14708468">
                                      <p:cBhvr additive="base">
                                        <p:cTn id="155" dur="33" fill="hold">
                                          <p:stCondLst>
                                            <p:cond delay="5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4708468" to="14805788">
                                      <p:cBhvr additive="base">
                                        <p:cTn id="156" dur="17" fill="hold">
                                          <p:stCondLst>
                                            <p:cond delay="52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4805788" to="14900532">
                                      <p:cBhvr additive="base">
                                        <p:cTn id="157" dur="17" fill="hold">
                                          <p:stCondLst>
                                            <p:cond delay="5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4900532" to="14987281">
                                      <p:cBhvr additive="base">
                                        <p:cTn id="158" dur="16" fill="hold">
                                          <p:stCondLst>
                                            <p:cond delay="52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4987281" to="15076800">
                                      <p:cBhvr additive="base">
                                        <p:cTn id="159" dur="17" fill="hold">
                                          <p:stCondLst>
                                            <p:cond delay="52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076800" to="15163510">
                                      <p:cBhvr additive="base">
                                        <p:cTn id="160" dur="17" fill="hold">
                                          <p:stCondLst>
                                            <p:cond delay="53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163510" to="15242482">
                                      <p:cBhvr additive="base">
                                        <p:cTn id="161" dur="16" fill="hold">
                                          <p:stCondLst>
                                            <p:cond delay="53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242482" to="15323513">
                                      <p:cBhvr additive="base">
                                        <p:cTn id="162" dur="17" fill="hold">
                                          <p:stCondLst>
                                            <p:cond delay="53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323513" to="15401499">
                                      <p:cBhvr additive="base">
                                        <p:cTn id="163" dur="17" fill="hold">
                                          <p:stCondLst>
                                            <p:cond delay="5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401499" to="15472048">
                                      <p:cBhvr additive="base">
                                        <p:cTn id="164" dur="16" fill="hold">
                                          <p:stCondLst>
                                            <p:cond delay="53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472048" to="15543900">
                                      <p:cBhvr additive="base">
                                        <p:cTn id="165" dur="17" fill="hold">
                                          <p:stCondLst>
                                            <p:cond delay="53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543900" to="15612475">
                                      <p:cBhvr additive="base">
                                        <p:cTn id="166" dur="17" fill="hold">
                                          <p:stCondLst>
                                            <p:cond delay="5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612475" to="15673951">
                                      <p:cBhvr additive="base">
                                        <p:cTn id="167" dur="16" fill="hold">
                                          <p:stCondLst>
                                            <p:cond delay="54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673951" to="15735938">
                                      <p:cBhvr additive="base">
                                        <p:cTn id="168" dur="17" fill="hold">
                                          <p:stCondLst>
                                            <p:cond delay="54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735938" to="15794412">
                                      <p:cBhvr additive="base">
                                        <p:cTn id="169" dur="17" fill="hold">
                                          <p:stCondLst>
                                            <p:cond delay="54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794412" to="15846169">
                                      <p:cBhvr additive="base">
                                        <p:cTn id="170" dur="16" fill="hold">
                                          <p:stCondLst>
                                            <p:cond delay="54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846169" to="15897600">
                                      <p:cBhvr additive="base">
                                        <p:cTn id="171" dur="17" fill="hold">
                                          <p:stCondLst>
                                            <p:cond delay="54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897600" to="15945286">
                                      <p:cBhvr additive="base">
                                        <p:cTn id="172" dur="17" fill="hold">
                                          <p:stCondLst>
                                            <p:cond delay="5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945286" to="15986674">
                                      <p:cBhvr additive="base">
                                        <p:cTn id="173" dur="16" fill="hold">
                                          <p:stCondLst>
                                            <p:cond delay="55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5986674" to="16026863">
                                      <p:cBhvr additive="base">
                                        <p:cTn id="174" dur="17" fill="hold">
                                          <p:stCondLst>
                                            <p:cond delay="55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6026863" to="16063071">
                                      <p:cBhvr additive="base">
                                        <p:cTn id="175" dur="17" fill="hold">
                                          <p:stCondLst>
                                            <p:cond delay="55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6063071" to="16093443">
                                      <p:cBhvr additive="base">
                                        <p:cTn id="176" dur="16" fill="hold">
                                          <p:stCondLst>
                                            <p:cond delay="55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6093443" to="16121700">
                                      <p:cBhvr additive="base">
                                        <p:cTn id="177" dur="17" fill="hold">
                                          <p:stCondLst>
                                            <p:cond delay="55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6121700" to="16145743">
                                      <p:cBhvr additive="base">
                                        <p:cTn id="178" dur="17" fill="hold">
                                          <p:stCondLst>
                                            <p:cond delay="5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6145743" to="16164451">
                                      <p:cBhvr additive="base">
                                        <p:cTn id="179" dur="16" fill="hold">
                                          <p:stCondLst>
                                            <p:cond delay="56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6164451" to="16180088">
                                      <p:cBhvr additive="base">
                                        <p:cTn id="180" dur="17" fill="hold">
                                          <p:stCondLst>
                                            <p:cond delay="563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6180088" to="16191276">
                                      <p:cBhvr additive="base">
                                        <p:cTn id="181" dur="17" fill="hold">
                                          <p:stCondLst>
                                            <p:cond delay="5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6191276" to="16197672">
                                      <p:cBhvr additive="base">
                                        <p:cTn id="182" dur="16" fill="hold">
                                          <p:stCondLst>
                                            <p:cond delay="566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from="16197672" to="16200000">
                                      <p:cBhvr additive="base">
                                        <p:cTn id="183" dur="17" fill="hold">
                                          <p:stCondLst>
                                            <p:cond delay="56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" presetID="10" presetClass="entr" presetSubtype="0" dur="8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dur="800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nimation">
  <a:themeElements>
    <a:clrScheme name="Animation">
      <a:dk1>
        <a:srgbClr val="000000"/>
      </a:dk1>
      <a:lt1>
        <a:srgbClr val="FFFFFF"/>
      </a:lt1>
      <a:dk2>
        <a:srgbClr val="323232"/>
      </a:dk2>
      <a:lt2>
        <a:srgbClr val="F5F5F5"/>
      </a:lt2>
      <a:accent1>
        <a:srgbClr val="C86E8B"/>
      </a:accent1>
      <a:accent2>
        <a:srgbClr val="91A28E"/>
      </a:accent2>
      <a:accent3>
        <a:srgbClr val="BDA477"/>
      </a:accent3>
      <a:accent4>
        <a:srgbClr val="B28FBA"/>
      </a:accent4>
      <a:accent5>
        <a:srgbClr val="72A0A5"/>
      </a:accent5>
      <a:accent6>
        <a:srgbClr val="BFA698"/>
      </a:accent6>
      <a:hlink>
        <a:srgbClr val="0000FF"/>
      </a:hlink>
      <a:folHlink>
        <a:srgbClr val="800080"/>
      </a:folHlink>
    </a:clrScheme>
    <a:fontScheme name="Anim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nimati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Animation">
  <a:themeElements>
    <a:clrScheme name="Animation">
      <a:dk1>
        <a:srgbClr val="000000"/>
      </a:dk1>
      <a:lt1>
        <a:srgbClr val="FFFFFF"/>
      </a:lt1>
      <a:dk2>
        <a:srgbClr val="323232"/>
      </a:dk2>
      <a:lt2>
        <a:srgbClr val="F5F5F5"/>
      </a:lt2>
      <a:accent1>
        <a:srgbClr val="C86E8B"/>
      </a:accent1>
      <a:accent2>
        <a:srgbClr val="91A28E"/>
      </a:accent2>
      <a:accent3>
        <a:srgbClr val="BDA477"/>
      </a:accent3>
      <a:accent4>
        <a:srgbClr val="B28FBA"/>
      </a:accent4>
      <a:accent5>
        <a:srgbClr val="72A0A5"/>
      </a:accent5>
      <a:accent6>
        <a:srgbClr val="BFA698"/>
      </a:accent6>
      <a:hlink>
        <a:srgbClr val="0000FF"/>
      </a:hlink>
      <a:folHlink>
        <a:srgbClr val="800080"/>
      </a:folHlink>
    </a:clrScheme>
    <a:fontScheme name="Anim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nimati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Animation</Application>
  <PresentationFormat>Custom</PresentationFormat>
  <Slides>1</Slides>
  <Notes>1</Notes>
  <HiddenSlides>0</Hidden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>
  <dc:title>native-animation-ready</dc:title>
  <dc:creator>Animation</dc:creator>
  <dc:description>Animation presentation.</dc:description>
</cp:coreProperties>
</file>