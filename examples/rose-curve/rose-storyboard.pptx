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Office" Type="http://schemas.openxmlformats.org/officeDocument/2006/relationships/officeDocument" Target="ppt/presentation.xml"></Relationship><Relationship Id="rIdCore" Type="http://schemas.openxmlformats.org/package/2006/relationships/metadata/core-properties" Target="docProps/core.xml"></Relationship><Relationship Id="rIdApp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notesMasterIdLst>
    <p:notesMasterId r:id="rIdNotesMaster"/>
  </p:notes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</p:sldIdLst>
  <p:sldSz cx="12192000" cy="6858000" type="custom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?>
<Relationships xmlns="http://schemas.openxmlformats.org/package/2006/relationships"><Relationship Id="rIdMaster" Type="http://schemas.openxmlformats.org/officeDocument/2006/relationships/slideMaster" Target="slideMasters/slideMaster1.xml"></Relationship><Relationship Id="rIdNotesMaster" Type="http://schemas.openxmlformats.org/officeDocument/2006/relationships/notesMaster" Target="notesMasters/notesMaster1.xml"></Relationship><Relationship Id="rIdPresProps" Type="http://schemas.openxmlformats.org/officeDocument/2006/relationships/presProps" Target="presProps.xml"></Relationship><Relationship Id="rIdSlide1" Type="http://schemas.openxmlformats.org/officeDocument/2006/relationships/slide" Target="slides/slide1.xml"></Relationship><Relationship Id="rIdSlide2" Type="http://schemas.openxmlformats.org/officeDocument/2006/relationships/slide" Target="slides/slide2.xml"></Relationship><Relationship Id="rIdSlide3" Type="http://schemas.openxmlformats.org/officeDocument/2006/relationships/slide" Target="slides/slide3.xml"></Relationship><Relationship Id="rIdSlide4" Type="http://schemas.openxmlformats.org/officeDocument/2006/relationships/slide" Target="slides/slide4.xml"></Relationship><Relationship Id="rIdSlide5" Type="http://schemas.openxmlformats.org/officeDocument/2006/relationships/slide" Target="slides/slide5.xml"></Relationship><Relationship Id="rIdSlide6" Type="http://schemas.openxmlformats.org/officeDocument/2006/relationships/slide" Target="slides/slide6.xml"></Relationship><Relationship Id="rIdSlide7" Type="http://schemas.openxmlformats.org/officeDocument/2006/relationships/slide" Target="slides/slide7.xml"></Relationship></Relationships>
</file>

<file path=ppt/notesMasters/_rels/notesMaster1.xml.rels><?xml version="1.0" encoding="UTF-8"?>
<Relationships xmlns="http://schemas.openxmlformats.org/package/2006/relationships"><Relationship Id="rIdTheme" Type="http://schemas.openxmlformats.org/officeDocument/2006/relationships/theme" Target="../theme/theme1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?>
<Relationships xmlns="http://schemas.openxmlformats.org/package/2006/relationships"><Relationship Id="rIdSlide" Type="http://schemas.openxmlformats.org/officeDocument/2006/relationships/slide" Target="../slides/slide1.xml"></Relationship><Relationship Id="rIdNotesMaster" Type="http://schemas.openxmlformats.org/officeDocument/2006/relationships/notesMaster" Target="../notesMasters/notesMaster1.xml"></Relationship></Relationships>
</file>

<file path=ppt/notesSlides/_rels/notesSlide2.xml.rels><?xml version="1.0" encoding="UTF-8"?>
<Relationships xmlns="http://schemas.openxmlformats.org/package/2006/relationships"><Relationship Id="rIdSlide" Type="http://schemas.openxmlformats.org/officeDocument/2006/relationships/slide" Target="../slides/slide2.xml"></Relationship><Relationship Id="rIdNotesMaster" Type="http://schemas.openxmlformats.org/officeDocument/2006/relationships/notesMaster" Target="../notesMasters/notesMaster1.xml"></Relationship></Relationships>
</file>

<file path=ppt/notesSlides/_rels/notesSlide3.xml.rels><?xml version="1.0" encoding="UTF-8"?>
<Relationships xmlns="http://schemas.openxmlformats.org/package/2006/relationships"><Relationship Id="rIdSlide" Type="http://schemas.openxmlformats.org/officeDocument/2006/relationships/slide" Target="../slides/slide3.xml"></Relationship><Relationship Id="rIdNotesMaster" Type="http://schemas.openxmlformats.org/officeDocument/2006/relationships/notesMaster" Target="../notesMasters/notesMaster1.xml"></Relationship></Relationships>
</file>

<file path=ppt/notesSlides/_rels/notesSlide4.xml.rels><?xml version="1.0" encoding="UTF-8"?>
<Relationships xmlns="http://schemas.openxmlformats.org/package/2006/relationships"><Relationship Id="rIdSlide" Type="http://schemas.openxmlformats.org/officeDocument/2006/relationships/slide" Target="../slides/slide4.xml"></Relationship><Relationship Id="rIdNotesMaster" Type="http://schemas.openxmlformats.org/officeDocument/2006/relationships/notesMaster" Target="../notesMasters/notesMaster1.xml"></Relationship></Relationships>
</file>

<file path=ppt/notesSlides/_rels/notesSlide5.xml.rels><?xml version="1.0" encoding="UTF-8"?>
<Relationships xmlns="http://schemas.openxmlformats.org/package/2006/relationships"><Relationship Id="rIdSlide" Type="http://schemas.openxmlformats.org/officeDocument/2006/relationships/slide" Target="../slides/slide5.xml"></Relationship><Relationship Id="rIdNotesMaster" Type="http://schemas.openxmlformats.org/officeDocument/2006/relationships/notesMaster" Target="../notesMasters/notesMaster1.xml"></Relationship></Relationships>
</file>

<file path=ppt/notesSlides/_rels/notesSlide6.xml.rels><?xml version="1.0" encoding="UTF-8"?>
<Relationships xmlns="http://schemas.openxmlformats.org/package/2006/relationships"><Relationship Id="rIdSlide" Type="http://schemas.openxmlformats.org/officeDocument/2006/relationships/slide" Target="../slides/slide6.xml"></Relationship><Relationship Id="rIdNotesMaster" Type="http://schemas.openxmlformats.org/officeDocument/2006/relationships/notesMaster" Target="../notesMasters/notesMaster1.xml"></Relationship></Relationships>
</file>

<file path=ppt/notesSlides/_rels/notesSlide7.xml.rels><?xml version="1.0" encoding="UTF-8"?>
<Relationships xmlns="http://schemas.openxmlformats.org/package/2006/relationships"><Relationship Id="rIdSlide" Type="http://schemas.openxmlformats.org/officeDocument/2006/relationships/slide" Target="../slides/slide7.xml"></Relationship><Relationship Id="rIdNotesMaster" Type="http://schemas.openxmlformats.org/officeDocument/2006/relationships/notesMaster" Target="../notesMasters/notesMaster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>
          <a:xfrm>
            <a:off x="914400" y="914400"/>
            <a:ext cx="5029200" cy="7315200"/>
          </a:xfrm>
        </p:spPr>
        <p:txBody>
          <a:bodyPr/>
          <a:lstStyle/>
          <a:p>
            <a:r>
              <a:rPr lang="en-US" sz="1200"/>
              <a:t>Animation time: 4 seconds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>
          <a:xfrm>
            <a:off x="914400" y="914400"/>
            <a:ext cx="5029200" cy="7315200"/>
          </a:xfrm>
        </p:spPr>
        <p:txBody>
          <a:bodyPr/>
          <a:lstStyle/>
          <a:p>
            <a:r>
              <a:rPr lang="en-US" sz="1200"/>
              <a:t>Animation time: 11 seconds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>
          <a:xfrm>
            <a:off x="914400" y="914400"/>
            <a:ext cx="5029200" cy="7315200"/>
          </a:xfrm>
        </p:spPr>
        <p:txBody>
          <a:bodyPr/>
          <a:lstStyle/>
          <a:p>
            <a:r>
              <a:rPr lang="en-US" sz="1200"/>
              <a:t>Animation time: 26 seconds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>
          <a:xfrm>
            <a:off x="914400" y="914400"/>
            <a:ext cx="5029200" cy="7315200"/>
          </a:xfrm>
        </p:spPr>
        <p:txBody>
          <a:bodyPr/>
          <a:lstStyle/>
          <a:p>
            <a:r>
              <a:rPr lang="en-US" sz="1200"/>
              <a:t>Animation time: 33 seconds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>
          <a:xfrm>
            <a:off x="914400" y="914400"/>
            <a:ext cx="5029200" cy="7315200"/>
          </a:xfrm>
        </p:spPr>
        <p:txBody>
          <a:bodyPr/>
          <a:lstStyle/>
          <a:p>
            <a:r>
              <a:rPr lang="en-US" sz="1200"/>
              <a:t>Animation time: 42 seconds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>
          <a:xfrm>
            <a:off x="914400" y="914400"/>
            <a:ext cx="5029200" cy="7315200"/>
          </a:xfrm>
        </p:spPr>
        <p:txBody>
          <a:bodyPr/>
          <a:lstStyle/>
          <a:p>
            <a:r>
              <a:rPr lang="en-US" sz="1200"/>
              <a:t>Animation time: 50 seconds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>
          <a:xfrm>
            <a:off x="914400" y="914400"/>
            <a:ext cx="5029200" cy="7315200"/>
          </a:xfrm>
        </p:spPr>
        <p:txBody>
          <a:bodyPr/>
          <a:lstStyle/>
          <a:p>
            <a:r>
              <a:rPr lang="en-US" sz="1200"/>
              <a:t>Animation time: 60 seconds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Master" Type="http://schemas.openxmlformats.org/officeDocument/2006/relationships/slideMaster" Target="../slideMasters/slideMaster1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></Relationship><Relationship Id="rIdTheme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nima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"/>
  </p:sldLayoutIdLst>
  <p:txStyles>
    <p:titleStyle/>
    <p:bodyStyle/>
    <p:otherStyle/>
  </p:txStyles>
</p:sldMaster>
</file>

<file path=ppt/slides/_rels/slide1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></Relationship><Relationship Id="rIdImage" Type="http://schemas.openxmlformats.org/officeDocument/2006/relationships/image" Target="../media/frame1.png"></Relationship><Relationship Id="rIdNotes" Type="http://schemas.openxmlformats.org/officeDocument/2006/relationships/notesSlide" Target="../notesSlides/notesSlide1.xml"></Relationship></Relationships>
</file>

<file path=ppt/slides/_rels/slide2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></Relationship><Relationship Id="rIdImage" Type="http://schemas.openxmlformats.org/officeDocument/2006/relationships/image" Target="../media/frame2.png"></Relationship><Relationship Id="rIdNotes" Type="http://schemas.openxmlformats.org/officeDocument/2006/relationships/notesSlide" Target="../notesSlides/notesSlide2.xml"></Relationship></Relationships>
</file>

<file path=ppt/slides/_rels/slide3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></Relationship><Relationship Id="rIdImage" Type="http://schemas.openxmlformats.org/officeDocument/2006/relationships/image" Target="../media/frame3.png"></Relationship><Relationship Id="rIdNotes" Type="http://schemas.openxmlformats.org/officeDocument/2006/relationships/notesSlide" Target="../notesSlides/notesSlide3.xml"></Relationship></Relationships>
</file>

<file path=ppt/slides/_rels/slide4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></Relationship><Relationship Id="rIdImage" Type="http://schemas.openxmlformats.org/officeDocument/2006/relationships/image" Target="../media/frame4.png"></Relationship><Relationship Id="rIdNotes" Type="http://schemas.openxmlformats.org/officeDocument/2006/relationships/notesSlide" Target="../notesSlides/notesSlide4.xml"></Relationship></Relationships>
</file>

<file path=ppt/slides/_rels/slide5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></Relationship><Relationship Id="rIdImage" Type="http://schemas.openxmlformats.org/officeDocument/2006/relationships/image" Target="../media/frame5.png"></Relationship><Relationship Id="rIdNotes" Type="http://schemas.openxmlformats.org/officeDocument/2006/relationships/notesSlide" Target="../notesSlides/notesSlide5.xml"></Relationship></Relationships>
</file>

<file path=ppt/slides/_rels/slide6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></Relationship><Relationship Id="rIdImage" Type="http://schemas.openxmlformats.org/officeDocument/2006/relationships/image" Target="../media/frame6.png"></Relationship><Relationship Id="rIdNotes" Type="http://schemas.openxmlformats.org/officeDocument/2006/relationships/notesSlide" Target="../notesSlides/notesSlide6.xml"></Relationship></Relationships>
</file>

<file path=ppt/slides/_rels/slide7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></Relationship><Relationship Id="rIdImage" Type="http://schemas.openxmlformats.org/officeDocument/2006/relationships/image" Target="../media/frame7.png"></Relationship><Relationship Id="rIdNotes" Type="http://schemas.openxmlformats.org/officeDocument/2006/relationships/notesSlide" Target="../notesSlides/notesSlide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nimation frame 1" descr="Animation time: 4 seconds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ra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nimation frame 2" descr="Animation time: 11 seconds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ram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nimation frame 3" descr="Animation time: 26 seconds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ram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nimation frame 4" descr="Animation time: 33 seconds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ram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nimation frame 5" descr="Animation time: 42 seconds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ram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nimation frame 6" descr="Animation time: 50 seconds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ram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nimation frame 7" descr="Animation time: 60 seconds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nimation">
  <a:themeElements>
    <a:clrScheme name="Animation">
      <a:dk1>
        <a:srgbClr val="000000"/>
      </a:dk1>
      <a:lt1>
        <a:srgbClr val="FFFFFF"/>
      </a:lt1>
      <a:dk2>
        <a:srgbClr val="323232"/>
      </a:dk2>
      <a:lt2>
        <a:srgbClr val="F5F5F5"/>
      </a:lt2>
      <a:accent1>
        <a:srgbClr val="C86E8B"/>
      </a:accent1>
      <a:accent2>
        <a:srgbClr val="91A28E"/>
      </a:accent2>
      <a:accent3>
        <a:srgbClr val="BDA477"/>
      </a:accent3>
      <a:accent4>
        <a:srgbClr val="B28FBA"/>
      </a:accent4>
      <a:accent5>
        <a:srgbClr val="72A0A5"/>
      </a:accent5>
      <a:accent6>
        <a:srgbClr val="BFA698"/>
      </a:accent6>
      <a:hlink>
        <a:srgbClr val="0000FF"/>
      </a:hlink>
      <a:folHlink>
        <a:srgbClr val="800080"/>
      </a:folHlink>
    </a:clrScheme>
    <a:fontScheme name="Anim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nimati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Animation</Application>
  <PresentationFormat>Custom</PresentationFormat>
  <Slides>7</Slides>
  <Notes>7</Notes>
  <HiddenSlides>0</HiddenSlide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>
  <dc:title>rose-storyboard</dc:title>
  <dc:creator>Animation</dc:creator>
  <dc:description>Static animation frames, one image per slide.</dc:description>
</cp:coreProperties>
</file>